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>
      <p:cViewPr varScale="1">
        <p:scale>
          <a:sx n="109" d="100"/>
          <a:sy n="109" d="100"/>
        </p:scale>
        <p:origin x="162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-162046" y="844952"/>
            <a:ext cx="9062978" cy="587993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defRPr sz="2000"/>
            </a:pPr>
            <a:r>
              <a:rPr lang="en-IN" sz="2000" b="1" dirty="0"/>
              <a:t>Adoption and Challenges of Digital Healthcare Tools in Brain Clot Management(</a:t>
            </a:r>
            <a:r>
              <a:rPr lang="en-IN" sz="2000" b="1" dirty="0" err="1"/>
              <a:t>NeuroRisk</a:t>
            </a:r>
            <a:r>
              <a:rPr lang="en-IN" sz="2000" b="1" dirty="0"/>
              <a:t>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Ayush Garg 2210991423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Taranvir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Singh 2210992455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Yakshit Singla 2210992551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Japit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Arora 2210991695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Gifty Gupta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12516" y="1157469"/>
            <a:ext cx="8526204" cy="48602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defRPr sz="200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>
              <a:defRPr sz="2000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Brain clot (stroke) is one of the leading causes of disability and death worldwide.</a:t>
            </a:r>
          </a:p>
          <a:p>
            <a:pPr>
              <a:defRPr sz="16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Early diagnosis and immediate treatment significantly improve recovery chances.</a:t>
            </a:r>
          </a:p>
          <a:p>
            <a:pPr>
              <a:defRPr sz="16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healthcare tools such as wearables and telemedicine platforms assist in monitoring.</a:t>
            </a:r>
          </a:p>
          <a:p>
            <a:pPr>
              <a:defRPr sz="16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Despite technological advancement, practical adoption among users remains inconsistent.</a:t>
            </a:r>
          </a:p>
          <a:p>
            <a:pPr>
              <a:defRPr sz="16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study focuses on understanding this awareness-adoption gap.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8302-33E8-A612-2206-E77AEC0D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40" cy="160452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br>
              <a:rPr lang="en-IN" sz="5400" dirty="0"/>
            </a:b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DE7A2-2452-DB3D-61EF-CFF6928485D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9286" y="706057"/>
            <a:ext cx="8177334" cy="546325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</a:t>
            </a:r>
          </a:p>
          <a:p>
            <a:pPr marL="0" indent="0">
              <a:buNone/>
              <a:defRPr sz="20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evaluate the adoption rate of digital healthcare tools in brain clot management.</a:t>
            </a:r>
          </a:p>
          <a:p>
            <a:pPr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identify barriers such as digital literacy, cost, privacy, and accessibility.</a:t>
            </a:r>
          </a:p>
          <a:p>
            <a:pPr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examine the relationship between awareness and practical usage.</a:t>
            </a:r>
          </a:p>
          <a:p>
            <a:pPr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recommend improvements for increasing adoption.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25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17DA-EFED-2700-7723-07FB419FE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8262"/>
            <a:ext cx="5486040" cy="485777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72362-2B3C-E185-6DAC-67D42B7AFD6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95608" y="1418492"/>
            <a:ext cx="6578915" cy="275893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Survey-Based Analysis</a:t>
            </a:r>
          </a:p>
          <a:p>
            <a:pPr marL="0" indent="0">
              <a:buNone/>
              <a:defRPr sz="20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Structured questionnaire distributed using Google Forms.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Participants included students, elderly users, and healthcare professionals.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Responses categorized into awareness, adoption, usability, and trust metrics.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statistically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Microsoft Excel.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488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576F-CF39-2840-0E12-89775FED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0308"/>
            <a:ext cx="5486040" cy="323731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&amp; Mathematical Model</a:t>
            </a:r>
            <a:br>
              <a:rPr lang="en-IN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FA74B-7199-09F5-14C9-A6144E27C5F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56492" y="2790092"/>
            <a:ext cx="5486040" cy="91404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</a:t>
            </a:r>
          </a:p>
          <a:p>
            <a:pPr>
              <a:defRPr sz="20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Define Problem → Design Survey → Collect Data →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Responses → Identify Challenges → Interpret Results.</a:t>
            </a:r>
          </a:p>
          <a:p>
            <a:pPr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Mathematical Model:</a:t>
            </a:r>
          </a:p>
          <a:p>
            <a:pPr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Adoption Rate = Number of Users Using Digital Tools / Total Respondents</a:t>
            </a:r>
          </a:p>
          <a:p>
            <a:pPr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Usage &lt; Awareness, then an Adoption Gap exists.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1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435E-FF06-1AEE-4B7A-E1D665B9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5666"/>
            <a:ext cx="5486040" cy="578374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Survey Analysis</a:t>
            </a:r>
            <a:br>
              <a:rPr lang="en-IN" sz="3200" dirty="0"/>
            </a:b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CD99B-73DE-7186-CAE9-8E1836E4E3E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9939" y="2971980"/>
            <a:ext cx="5486040" cy="91404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0" indent="0">
              <a:buNone/>
              <a:defRPr sz="20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Awareness level among respondents was high.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Only a limited percentage actively used healthcare apps or wearables.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Younger participants showed better adoption due to digital familiarity.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Elderly participants reported difficulty in usability.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Privacy and trust concerns strongly influenced adoption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76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E39B-22F9-A17B-7043-43D1F7C9E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1964"/>
            <a:ext cx="5486040" cy="532075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&amp; Challenges</a:t>
            </a:r>
            <a:br>
              <a:rPr lang="en-IN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AF8E5-66F5-60FB-840F-1E80A9B3691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8892" y="2971980"/>
            <a:ext cx="5486040" cy="91404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Challenges</a:t>
            </a:r>
          </a:p>
          <a:p>
            <a:pPr marL="0" indent="0">
              <a:buNone/>
              <a:defRPr sz="20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 digital literacy among older population groups.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cost of wearable healthcare devices.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Concerns regarding privacy and medical data security.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internet connectivity in remote regions.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Complex interfaces discourage regular usage.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0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E8D28-089E-896B-248E-DBA6A78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40" cy="1423686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br>
              <a:rPr lang="en-IN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074EA-9343-B985-0EF3-FBE1B59185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600" y="2514960"/>
            <a:ext cx="5486040" cy="914040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study identifies a clear mismatch between awareness and adoption.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healthcare systems need better accessibility and trust mechanisms.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Scope: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AI-powered predictive monitoring systems.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emergency response healthcare.</a:t>
            </a:r>
          </a:p>
          <a:p>
            <a:pPr marL="0" indent="0">
              <a:buNone/>
              <a:defRPr sz="1600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600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User-friendly applications for elderly users.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2517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34723</TotalTime>
  <Words>457</Words>
  <Application>Microsoft Macintosh PowerPoint</Application>
  <PresentationFormat>On-screen Show (4:3)</PresentationFormat>
  <Paragraphs>108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 &amp; Objectives </vt:lpstr>
      <vt:lpstr>Methodology </vt:lpstr>
      <vt:lpstr>Workflow &amp; Mathematical Model </vt:lpstr>
      <vt:lpstr>Results &amp; Survey Analysis </vt:lpstr>
      <vt:lpstr>Discussion &amp; Challenges </vt:lpstr>
      <vt:lpstr>Conclusion &amp; Future Scope 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Yakshit Singla</cp:lastModifiedBy>
  <cp:revision>2303</cp:revision>
  <dcterms:created xsi:type="dcterms:W3CDTF">2010-04-09T07:36:15Z</dcterms:created>
  <dcterms:modified xsi:type="dcterms:W3CDTF">2026-04-30T05:32:17Z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